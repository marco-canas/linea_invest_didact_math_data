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sz="4000" dirty="0" err="1"/>
              <a:t>Investigación-Acción</a:t>
            </a:r>
            <a:r>
              <a:rPr sz="4000" dirty="0"/>
              <a:t> </a:t>
            </a:r>
            <a:r>
              <a:rPr sz="4000" dirty="0" err="1"/>
              <a:t>Educativa</a:t>
            </a:r>
            <a:r>
              <a:rPr sz="4000" dirty="0"/>
              <a:t> (IAE) </a:t>
            </a:r>
            <a:r>
              <a:rPr sz="4000" dirty="0" err="1"/>
              <a:t>en</a:t>
            </a:r>
            <a:r>
              <a:rPr sz="4000" dirty="0"/>
              <a:t> la </a:t>
            </a:r>
            <a:r>
              <a:rPr sz="4000" dirty="0" err="1"/>
              <a:t>Enseñanza</a:t>
            </a:r>
            <a:r>
              <a:rPr sz="4000" dirty="0"/>
              <a:t> del </a:t>
            </a:r>
            <a:r>
              <a:rPr sz="4000" dirty="0" err="1"/>
              <a:t>Álgebra</a:t>
            </a:r>
            <a:r>
              <a:rPr sz="4000" dirty="0"/>
              <a:t> Lineal para Ingeniería </a:t>
            </a:r>
            <a:r>
              <a:rPr sz="4000" dirty="0" err="1"/>
              <a:t>Agropecuaria</a:t>
            </a:r>
            <a:endParaRPr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sz="2800" dirty="0"/>
              <a:t>Un </a:t>
            </a:r>
            <a:r>
              <a:rPr sz="2800" dirty="0" err="1"/>
              <a:t>Enfoque</a:t>
            </a:r>
            <a:r>
              <a:rPr sz="2800" dirty="0"/>
              <a:t> </a:t>
            </a:r>
            <a:r>
              <a:rPr sz="2800" dirty="0" err="1"/>
              <a:t>hacia</a:t>
            </a:r>
            <a:r>
              <a:rPr sz="2800" dirty="0"/>
              <a:t> la Ciencia de Datos y la </a:t>
            </a:r>
            <a:r>
              <a:rPr sz="2800" dirty="0" err="1"/>
              <a:t>Optimización</a:t>
            </a:r>
            <a:r>
              <a:rPr sz="2800" dirty="0"/>
              <a:t> Agrícola</a:t>
            </a:r>
          </a:p>
          <a:p>
            <a:endParaRPr sz="2800" dirty="0"/>
          </a:p>
          <a:p>
            <a:r>
              <a:rPr sz="2800" dirty="0"/>
              <a:t>Marco Julio </a:t>
            </a:r>
            <a:r>
              <a:rPr sz="2800" dirty="0" err="1"/>
              <a:t>Cañas</a:t>
            </a:r>
            <a:r>
              <a:rPr sz="2800" dirty="0"/>
              <a:t> Campillo</a:t>
            </a:r>
          </a:p>
          <a:p>
            <a:r>
              <a:rPr sz="2800" dirty="0"/>
              <a:t>Universidad de Antioquia – Campus Caucasia</a:t>
            </a:r>
          </a:p>
          <a:p>
            <a:r>
              <a:rPr sz="2800" dirty="0"/>
              <a:t>Grupo GIBACC</a:t>
            </a:r>
          </a:p>
          <a:p>
            <a:r>
              <a:rPr dirty="0"/>
              <a:t>Congreso Humanos XXI (2025)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Problema y justificación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• Desconexión entre la enseñanza tradicional del álgebra lineal y las necesidades del agro colombiano.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• En el Bajo Cauca, los ingenieros agropecuarios requieren análisis de datos para optimizar procesos agrícolas.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• La educación actual no forma competencias en análisis, predicción ni optimización.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• Urge vincular matemáticas, agronomía y tecnología para fortalecer la seguridad alimentaria y la justicia social.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Enfoque teórico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Modelo de Investigación-Acción Educativa (IAE): Planificación, Acción, Observación, Reflexión.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endParaRPr/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Dimensiones integradas: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Matemáticas: Vectores, matrices, sistemas lineales, PCA, SVD.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Agronomía: Análisis de suelos, predicción de rendimientos, optimización de riego.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Tecnología: Python, Scikit-Learn, TensorFlow, Colab, GitHub.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Pedagogía: Aprendizaje Basado en Proyectos y Aula Invertida.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Metodología del curso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Diseño del curso con enfoque IAE (16 semanas):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endParaRPr/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Diagnóstico participativo → identificar brechas formativas.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Implementación → integrar teoría y práctica (ABP, clases invertidas).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Evaluación continua → retroalimentación mediante GitHub y focus groups.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endParaRPr/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Ejemplos: PCA para plagas, sistemas lineales para fertilizantes, regresión lineal para rendimientos.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Resultados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Impacto pedagógico: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↑ Motivación y comprensión (92% aprobación esperada)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- 85% prefiere modelo IAE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endParaRPr/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Impacto técnico: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Reducción 12% en error de predicción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Ahorros 18–22% en fertilizantes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endParaRPr/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Productos: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- 15 proyectos en GitHub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Dashboard climático y clasificador de plagas (89% precisión)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Impacto social y académico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Impacto académico: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Modelo piloto en la Facultad de Ciencias Agrarias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Mayor dominio en ciencia de datos y Python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endParaRPr/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Impacto social: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Cooperativas reducen pérdidas en 15%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Optimización de rutas agrícolas (-20% costos)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Conclusión parcial: La IAE conecta teoría y práctica, fortaleciendo competencias STEM en contextos rurales.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Conclusiones y proyecciones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Conclusiones: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Pertinencia curricular: álgebra lineal aplicada al agro.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Innovación metodológica: ciclos IAE → mejora continua.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Impacto medible: formación técnica y socialmente útil.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endParaRPr/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Proyecciones 2025–2027: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Publicación en Revista Transdisciplinary Science.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Alianzas con Fedearroz, Agrosavia y SENA.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Escalamiento a 10 nuevas fincas.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- Plataforma web abierta con notebooks.</a:t>
            </a:r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endParaRPr/>
          </a:p>
          <a:p>
            <a:pPr>
              <a:defRPr sz="2000">
                <a:solidFill>
                  <a:srgbClr val="006C35"/>
                </a:solidFill>
                <a:latin typeface="Cambria"/>
              </a:defRPr>
            </a:pPr>
            <a:r>
              <a:t>“La innovación pedagógica no es un lujo académico, sino una herramienta de justicia social para el campo.” – M.J. Cañas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457</Words>
  <Application>Microsoft Office PowerPoint</Application>
  <PresentationFormat>Presentación en pantalla (4:3)</PresentationFormat>
  <Paragraphs>62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Investigación-Acción Educativa (IAE) en la Enseñanza del Álgebra Lineal para Ingeniería Agropecuaria</vt:lpstr>
      <vt:lpstr>Problema y justificación</vt:lpstr>
      <vt:lpstr>Enfoque teórico</vt:lpstr>
      <vt:lpstr>Metodología del curso</vt:lpstr>
      <vt:lpstr>Resultados esperados</vt:lpstr>
      <vt:lpstr>Impacto social y académico</vt:lpstr>
      <vt:lpstr>Conclusiones y proyecciones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JULIO CANAS CAMPILLO</cp:lastModifiedBy>
  <cp:revision>2</cp:revision>
  <dcterms:created xsi:type="dcterms:W3CDTF">2013-01-27T09:14:16Z</dcterms:created>
  <dcterms:modified xsi:type="dcterms:W3CDTF">2025-10-06T21:28:04Z</dcterms:modified>
  <cp:category/>
</cp:coreProperties>
</file>